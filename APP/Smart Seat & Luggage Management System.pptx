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32-37e2-8a28-8000-00002070de19.png?kimi-sig=4RGpnVB5Pdt_vTeN453POkz4On25wytToxkOlYDEm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3f-4802-8685-8000-0000aa64fa94.png?kimi-sig=GQKEy8BJXDk1iVtnBNP4XhqVeGiZPlccOoS_3sqKY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3e-8182-8a43-8000-0000e969b16a.png?kimi-sig=AJmLj07IULAidaStNCIse_c_6UbJwUYZjmyVnKzYn8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38-f562-81e4-8000-0000fe0551bc.png?kimi-sig=sy-8_06SpfigXdj-S-rJFc3cctWfYXjYhlSA1AFgK6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37-9422-8a4a-8000-0000129d2cf9.png?kimi-sig=SJ2IYpO1ZOrqPnBUVOVZETL2C6nPiXV80LiJdjKQN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3c-d622-8552-8000-00009db82c78.png?kimi-sig=HXI9WmsamCrvhUV8B8-fwb1_Vc7zFqHveh4-yLYMoT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46-0f42-81c9-8000-00001312fe42.png?kimi-sig=1zL0ZufN8_OOxhaDE6t9R4ig_MGjv_neShSbWl1AO2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46-8752-81fb-8000-000017cf7978.png?kimi-sig=p3JelhzdUqJ_20kZsPbxrNUnJf_rtcxlZRFqTRqIsN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51-bdd2-8b51-8000-0000efcec69d.png?kimi-sig=qzuMSJvewieV6Xgy-egavEZkUjB-VZ4QQntiPnfQvO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44-cba2-8288-8000-0000600bc148.png?kimi-sig=yw5AWDmVjAaaZhsKAkx5CFSfX1V3sk1jEfX64ATifB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44-e332-8237-8000-0000eb2aec94.png?kimi-sig=sxZy5xreuvyK-MZQs7SBJBeptw8VKXe7ZlE4IVVZQW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c65c58-7d12-89e0-8000-0000e85356b3.png?kimi-sig=Kb9BftlvBqgJlhHzngjvfaYTAW_OCHX61IAfEo0nkn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Seat &amp; Luggage Management System</dc:title>
  <dc:subject>Smart Seat &amp; Luggage Management System</dc:subject>
  <dc:creator>Kimi</dc:creator>
  <cp:lastModifiedBy>Kimi</cp:lastModifiedBy>
  <cp:revision>1</cp:revision>
  <dcterms:created xsi:type="dcterms:W3CDTF">2026-02-16T09:26:19Z</dcterms:created>
  <dcterms:modified xsi:type="dcterms:W3CDTF">2026-02-16T09:26:19Z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Seat &amp; Luggage Management System","ContentProducer":"001191110108MACG2KBH8F10000","ProduceID":"","ReservedCode1":"","ContentPropagator":"001191110108MACG2KBH8F20000","PropagateID":"","ReservedCode2":""}</vt:lpwstr>
  </property>
</Properties>
</file>